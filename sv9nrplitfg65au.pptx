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2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공포 탈출 게임 프로젝트</a:t>
            </a:r>
            <a:endParaRPr lang="ko-KR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Unreal Engine 5.7 기반 3D 공포 탈출 게임 개발 프로젝트 발표</a:t>
            </a:r>
            <a:endParaRPr lang="ko-KR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139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프로젝트 개요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2876252"/>
            <a:ext cx="6943551" cy="905371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Unreal Engine 5.7 기반 3D 공포 탈출 게임</a:t>
            </a:r>
            <a:endParaRPr lang="ko-KR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플레이어와 가이드 캐릭터를 활용한 게임 진행</a:t>
            </a:r>
            <a:endParaRPr lang="ko-KR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맵 탐색, 오브젝트 상호작용, 몬스터 추격이 핵심</a:t>
            </a:r>
            <a:endParaRPr lang="ko-KR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현재 기본 맵 및 핵심 시스템 구현 진행 중</a:t>
            </a:r>
            <a:endParaRPr lang="ko-KR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3901182"/>
            <a:ext cx="6943551" cy="659011"/>
          </a:xfrm>
          <a:prstGeom prst="roundRect">
            <a:avLst>
              <a:gd name="adj" fmla="val 9035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56" y="4064893"/>
            <a:ext cx="177200" cy="1416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2037" y="4032250"/>
            <a:ext cx="634130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현재 개발 단계</a:t>
            </a:r>
            <a:endParaRPr lang="ko-KR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기본 플레이 환경 구축 완료 → 실제 게임플레이 기능 연결 단계</a:t>
            </a:r>
            <a:endParaRPr lang="ko-KR" sz="1100" dirty="0"/>
          </a:p>
        </p:txBody>
      </p:sp>
      <p:sp>
        <p:nvSpPr>
          <p:cNvPr id="7" name="Text 4"/>
          <p:cNvSpPr/>
          <p:nvPr/>
        </p:nvSpPr>
        <p:spPr>
          <a:xfrm>
            <a:off x="7957244" y="1700113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지금까지의 작업 결과</a:t>
            </a:r>
            <a:endParaRPr lang="ko-KR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594" y="2163862"/>
            <a:ext cx="1726561" cy="172660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559" y="2163862"/>
            <a:ext cx="1726561" cy="172660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3594" y="4003873"/>
            <a:ext cx="1726561" cy="172660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3559" y="4003873"/>
            <a:ext cx="1726561" cy="17266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8599"/>
            <a:ext cx="5225423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게임 맵 제작 현황</a:t>
            </a:r>
            <a:endParaRPr lang="ko-KR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08509"/>
            <a:ext cx="5225423" cy="264933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147" y="1118989"/>
            <a:ext cx="5225423" cy="221297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61475" y="4407098"/>
            <a:ext cx="3519399" cy="1907381"/>
          </a:xfrm>
          <a:prstGeom prst="roundRect">
            <a:avLst>
              <a:gd name="adj" fmla="val 37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39072" y="4584700"/>
            <a:ext cx="513841" cy="51385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356" y="4725988"/>
            <a:ext cx="231174" cy="2311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9072" y="5253732"/>
            <a:ext cx="316420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기본 구조</a:t>
            </a:r>
            <a:endParaRPr lang="ko-KR" sz="1650" dirty="0"/>
          </a:p>
        </p:txBody>
      </p:sp>
      <p:sp>
        <p:nvSpPr>
          <p:cNvPr id="9" name="Text 4"/>
          <p:cNvSpPr/>
          <p:nvPr/>
        </p:nvSpPr>
        <p:spPr>
          <a:xfrm>
            <a:off x="839072" y="5614392"/>
            <a:ext cx="316420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실내형 스테이지 기본 구조 제작 및 방·이동 공간 구성 완료</a:t>
            </a:r>
            <a:endParaRPr lang="ko-KR" sz="1300" dirty="0"/>
          </a:p>
        </p:txBody>
      </p:sp>
      <p:sp>
        <p:nvSpPr>
          <p:cNvPr id="10" name="Shape 5"/>
          <p:cNvSpPr/>
          <p:nvPr/>
        </p:nvSpPr>
        <p:spPr>
          <a:xfrm>
            <a:off x="4336049" y="4407098"/>
            <a:ext cx="3519499" cy="1907381"/>
          </a:xfrm>
          <a:prstGeom prst="roundRect">
            <a:avLst>
              <a:gd name="adj" fmla="val 37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513646" y="4584700"/>
            <a:ext cx="513841" cy="51385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4930" y="4725988"/>
            <a:ext cx="231174" cy="2311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13646" y="5253732"/>
            <a:ext cx="316430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환경 오브젝트</a:t>
            </a:r>
            <a:endParaRPr lang="ko-KR" sz="1650" dirty="0"/>
          </a:p>
        </p:txBody>
      </p:sp>
      <p:sp>
        <p:nvSpPr>
          <p:cNvPr id="14" name="Text 8"/>
          <p:cNvSpPr/>
          <p:nvPr/>
        </p:nvSpPr>
        <p:spPr>
          <a:xfrm>
            <a:off x="4513646" y="5614392"/>
            <a:ext cx="3164304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냉장고, 책장, 책상, 조명, 문 등 가구 및 환경 오브젝트 배치 완료</a:t>
            </a:r>
            <a:endParaRPr lang="ko-KR" sz="1300" dirty="0"/>
          </a:p>
        </p:txBody>
      </p:sp>
      <p:sp>
        <p:nvSpPr>
          <p:cNvPr id="15" name="Shape 9"/>
          <p:cNvSpPr/>
          <p:nvPr/>
        </p:nvSpPr>
        <p:spPr>
          <a:xfrm>
            <a:off x="8010721" y="4407098"/>
            <a:ext cx="3519499" cy="1907381"/>
          </a:xfrm>
          <a:prstGeom prst="roundRect">
            <a:avLst>
              <a:gd name="adj" fmla="val 37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188319" y="4584700"/>
            <a:ext cx="513841" cy="51385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9603" y="4725988"/>
            <a:ext cx="231174" cy="2311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88319" y="5253732"/>
            <a:ext cx="316430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이동 공간</a:t>
            </a:r>
            <a:endParaRPr lang="ko-KR" sz="1650" dirty="0"/>
          </a:p>
        </p:txBody>
      </p:sp>
      <p:sp>
        <p:nvSpPr>
          <p:cNvPr id="19" name="Text 12"/>
          <p:cNvSpPr/>
          <p:nvPr/>
        </p:nvSpPr>
        <p:spPr>
          <a:xfrm>
            <a:off x="8188319" y="5614392"/>
            <a:ext cx="3164304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플레이어·가이드 캐릭터 이동 공간 확보 및 NavMesh 기반 AI 이동 영역 구성</a:t>
            </a:r>
            <a:endParaRPr lang="ko-KR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72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가이드 캐릭터 시스템</a:t>
            </a:r>
            <a:endParaRPr lang="ko-KR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85888"/>
            <a:ext cx="2005756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2242542"/>
            <a:ext cx="23885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구현 완료 / 동작 테스트 완료</a:t>
            </a:r>
            <a:endParaRPr lang="ko-KR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54863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구현된 기능</a:t>
            </a:r>
            <a:endParaRPr lang="ko-KR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127375"/>
            <a:ext cx="10868745" cy="251340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캐릭터 구현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가이드 캐릭터 맵 배치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가이드 캐릭터 조작 전환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가이드 캐릭터 기본 이동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걷기 및 달리기 애니메이션 적용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이동을 위한 NavMesh 연결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이동 이상 상황 복구 기능 테스트</a:t>
            </a:r>
            <a:endParaRPr lang="ko-KR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08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환경 상호작용 시스템</a:t>
            </a:r>
            <a:endParaRPr lang="ko-KR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27610"/>
            <a:ext cx="99692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2684264"/>
            <a:ext cx="137970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현재 구현 중</a:t>
            </a:r>
            <a:endParaRPr lang="ko-KR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99035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구현된 기능</a:t>
            </a:r>
            <a:endParaRPr lang="ko-KR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474641"/>
            <a:ext cx="5203794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시점 기반 상호작용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키를 통한 오브젝트 상호작용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냉장고 문 열기 / 닫기 구현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상단 문과 하단 문 개별 작동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동일한 방식을 여러 오브젝트에 재사용할 수 있도록 구조화</a:t>
            </a:r>
            <a:endParaRPr lang="ko-KR" sz="1450" dirty="0"/>
          </a:p>
        </p:txBody>
      </p:sp>
      <p:sp>
        <p:nvSpPr>
          <p:cNvPr id="7" name="Shape 5"/>
          <p:cNvSpPr/>
          <p:nvPr/>
        </p:nvSpPr>
        <p:spPr>
          <a:xfrm>
            <a:off x="6332776" y="2627610"/>
            <a:ext cx="82041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180" y="2684264"/>
            <a:ext cx="120319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적용 예정</a:t>
            </a:r>
            <a:endParaRPr lang="ko-KR" sz="1150" dirty="0"/>
          </a:p>
        </p:txBody>
      </p:sp>
      <p:sp>
        <p:nvSpPr>
          <p:cNvPr id="9" name="Text 7"/>
          <p:cNvSpPr/>
          <p:nvPr/>
        </p:nvSpPr>
        <p:spPr>
          <a:xfrm>
            <a:off x="6332776" y="299035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예정 오브젝트</a:t>
            </a:r>
            <a:endParaRPr lang="ko-KR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347464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일반 문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서랍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수납장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퍼즐 오브젝트</a:t>
            </a:r>
            <a:endParaRPr lang="ko-KR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87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몬스터 추격 AI 테스트</a:t>
            </a:r>
            <a:endParaRPr lang="ko-KR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85492"/>
            <a:ext cx="1274929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3042146"/>
            <a:ext cx="165770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현재 테스트 완료</a:t>
            </a:r>
            <a:endParaRPr lang="ko-KR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3485257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몬스터 캐릭터 맵 배치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인식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위치를 향한 추격 테스트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NavMesh를 이용한 이동 확인</a:t>
            </a:r>
            <a:endParaRPr lang="ko-KR" sz="1450" dirty="0"/>
          </a:p>
        </p:txBody>
      </p:sp>
      <p:sp>
        <p:nvSpPr>
          <p:cNvPr id="6" name="Shape 4"/>
          <p:cNvSpPr/>
          <p:nvPr/>
        </p:nvSpPr>
        <p:spPr>
          <a:xfrm>
            <a:off x="6332776" y="2985492"/>
            <a:ext cx="113592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180" y="3042146"/>
            <a:ext cx="151870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다음 구현 예정</a:t>
            </a:r>
            <a:endParaRPr lang="ko-KR" sz="1150" dirty="0"/>
          </a:p>
        </p:txBody>
      </p:sp>
      <p:sp>
        <p:nvSpPr>
          <p:cNvPr id="8" name="Text 6"/>
          <p:cNvSpPr/>
          <p:nvPr/>
        </p:nvSpPr>
        <p:spPr>
          <a:xfrm>
            <a:off x="6332776" y="3485257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추격 애니메이션 추가 및 보정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특정 구역 순찰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발견 / 추격 상태 전환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추격 중 발생하는 이동 버그 수정</a:t>
            </a:r>
            <a:endParaRPr lang="ko-KR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83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추가 구현이 필요한 시스템</a:t>
            </a:r>
            <a:endParaRPr lang="ko-KR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07059"/>
            <a:ext cx="3496877" cy="281245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8183" y="2670969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328850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UI — 미구현</a:t>
            </a:r>
            <a:endParaRPr lang="ko-KR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3697188"/>
            <a:ext cx="306806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가방 / 인벤토리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아이템 확인 화면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상호작용 안내 UI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게임 메뉴 및 일시정지 화면</a:t>
            </a:r>
            <a:endParaRPr lang="ko-KR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7359" y="2507059"/>
            <a:ext cx="3496877" cy="2812455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4067" y="2670969"/>
            <a:ext cx="283461" cy="2834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61766" y="328850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이펙트 — 미구현</a:t>
            </a:r>
            <a:endParaRPr lang="ko-KR" sz="1850" dirty="0"/>
          </a:p>
        </p:txBody>
      </p:sp>
      <p:sp>
        <p:nvSpPr>
          <p:cNvPr id="10" name="Text 4"/>
          <p:cNvSpPr/>
          <p:nvPr/>
        </p:nvSpPr>
        <p:spPr>
          <a:xfrm>
            <a:off x="4561766" y="3697188"/>
            <a:ext cx="306806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상호작용 시 시각 효과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몬스터 등장 / 추격 효과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글리치 및 공포 연출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네온 및 디지털 효과</a:t>
            </a:r>
            <a:endParaRPr lang="ko-KR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33244" y="2507059"/>
            <a:ext cx="3496877" cy="2812455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39952" y="2670969"/>
            <a:ext cx="283461" cy="2834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47650" y="328850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게임플레이 — 미구현</a:t>
            </a:r>
            <a:endParaRPr lang="ko-KR" sz="1850" dirty="0"/>
          </a:p>
        </p:txBody>
      </p:sp>
      <p:sp>
        <p:nvSpPr>
          <p:cNvPr id="14" name="Text 6"/>
          <p:cNvSpPr/>
          <p:nvPr/>
        </p:nvSpPr>
        <p:spPr>
          <a:xfrm>
            <a:off x="8247650" y="3697188"/>
            <a:ext cx="306806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퍼즐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아이템 사용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탈출 조건</a:t>
            </a:r>
            <a:endParaRPr lang="ko-KR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93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단기 개발 계획</a:t>
            </a:r>
            <a:endParaRPr lang="ko-KR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38003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38306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우선순위 1 — 몬스터 AI</a:t>
            </a:r>
            <a:endParaRPr lang="ko-KR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791744"/>
            <a:ext cx="3244868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순찰 경로 구현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발견 / 추격 / 해제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애니메이션 연결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이동 버그 수정</a:t>
            </a:r>
            <a:endParaRPr lang="ko-KR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438003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338306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우선순위 2 — 게임 인터페이스</a:t>
            </a:r>
            <a:endParaRPr lang="ko-KR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3791744"/>
            <a:ext cx="3244868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가방 / 인벤토리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상호작용 표시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간단한 게임 UI</a:t>
            </a:r>
            <a:endParaRPr lang="ko-KR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438003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338306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우선순위 3 — 게임 연출</a:t>
            </a:r>
            <a:endParaRPr lang="ko-KR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3791744"/>
            <a:ext cx="3244868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조명 개선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추격 이펙트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사운드</a:t>
            </a:r>
            <a:endParaRPr lang="ko-KR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공포 연출</a:t>
            </a:r>
            <a:endParaRPr lang="ko-KR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88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현재 개발 진행 상황</a:t>
            </a:r>
            <a:endParaRPr lang="ko-KR" sz="2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16521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341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구분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현재 상태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기본 맵 제작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완료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환경 오브젝트 배치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완료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플레이어 이동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가이드 캐릭터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캐릭터 전환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가이드 AI 이동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구현 / 보완 중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오브젝트 상호작용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구현 중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몬스터 추격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기본 테스트 완료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몬스터 순찰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미구현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가방 / UI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미구현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4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퍼즐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미구현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417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게임 이펙트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미구현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5825927"/>
            <a:ext cx="10868745" cy="471190"/>
          </a:xfrm>
          <a:prstGeom prst="roundRect">
            <a:avLst>
              <a:gd name="adj" fmla="val 12636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56" y="5983288"/>
            <a:ext cx="177200" cy="1416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2037" y="5967611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다음 목표 : 플레이 가능한 1개 스테이지 완성</a:t>
            </a:r>
            <a:endParaRPr lang="ko-K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2026-08-31T18:11:49Z</dcterms:created>
  <dcterms:modified xsi:type="dcterms:W3CDTF">2026-08-31T18:11:49Z</dcterms:modified>
</cp:coreProperties>
</file>